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637E070-141D-42BF-8382-1ED20BDF6947}" v="2" dt="2026-05-06T03:48:29.42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48" d="100"/>
          <a:sy n="48" d="100"/>
        </p:scale>
        <p:origin x="67" y="7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mith, Rylee A" userId="a308d597-6b9c-4389-b0ac-f90427e45500" providerId="ADAL" clId="{856A73D5-42BA-4A31-956E-BC604C1EDD08}"/>
    <pc:docChg chg="undo custSel addSld delSld modSld">
      <pc:chgData name="Smith, Rylee A" userId="a308d597-6b9c-4389-b0ac-f90427e45500" providerId="ADAL" clId="{856A73D5-42BA-4A31-956E-BC604C1EDD08}" dt="2026-05-06T04:02:16.674" v="1227" actId="33524"/>
      <pc:docMkLst>
        <pc:docMk/>
      </pc:docMkLst>
      <pc:sldChg chg="modSp new mod">
        <pc:chgData name="Smith, Rylee A" userId="a308d597-6b9c-4389-b0ac-f90427e45500" providerId="ADAL" clId="{856A73D5-42BA-4A31-956E-BC604C1EDD08}" dt="2026-05-06T03:48:30.587" v="19" actId="5793"/>
        <pc:sldMkLst>
          <pc:docMk/>
          <pc:sldMk cId="3414501252" sldId="257"/>
        </pc:sldMkLst>
        <pc:spChg chg="mod">
          <ac:chgData name="Smith, Rylee A" userId="a308d597-6b9c-4389-b0ac-f90427e45500" providerId="ADAL" clId="{856A73D5-42BA-4A31-956E-BC604C1EDD08}" dt="2026-05-06T03:46:49.018" v="16" actId="20577"/>
          <ac:spMkLst>
            <pc:docMk/>
            <pc:sldMk cId="3414501252" sldId="257"/>
            <ac:spMk id="2" creationId="{0B5364DA-32D6-DDB1-DD5D-860158CB0E25}"/>
          </ac:spMkLst>
        </pc:spChg>
        <pc:spChg chg="mod">
          <ac:chgData name="Smith, Rylee A" userId="a308d597-6b9c-4389-b0ac-f90427e45500" providerId="ADAL" clId="{856A73D5-42BA-4A31-956E-BC604C1EDD08}" dt="2026-05-06T03:48:30.587" v="19" actId="5793"/>
          <ac:spMkLst>
            <pc:docMk/>
            <pc:sldMk cId="3414501252" sldId="257"/>
            <ac:spMk id="3" creationId="{F92823BF-DE18-75B9-3B19-9BB53DDC6231}"/>
          </ac:spMkLst>
        </pc:spChg>
      </pc:sldChg>
      <pc:sldChg chg="modSp new mod">
        <pc:chgData name="Smith, Rylee A" userId="a308d597-6b9c-4389-b0ac-f90427e45500" providerId="ADAL" clId="{856A73D5-42BA-4A31-956E-BC604C1EDD08}" dt="2026-05-06T03:51:56.517" v="526" actId="20577"/>
        <pc:sldMkLst>
          <pc:docMk/>
          <pc:sldMk cId="2238578914" sldId="258"/>
        </pc:sldMkLst>
        <pc:spChg chg="mod">
          <ac:chgData name="Smith, Rylee A" userId="a308d597-6b9c-4389-b0ac-f90427e45500" providerId="ADAL" clId="{856A73D5-42BA-4A31-956E-BC604C1EDD08}" dt="2026-05-06T03:48:51.768" v="60" actId="20577"/>
          <ac:spMkLst>
            <pc:docMk/>
            <pc:sldMk cId="2238578914" sldId="258"/>
            <ac:spMk id="2" creationId="{CAF4F7F1-7BA3-A1DE-3BE6-9A64EA7C2C1A}"/>
          </ac:spMkLst>
        </pc:spChg>
        <pc:spChg chg="mod">
          <ac:chgData name="Smith, Rylee A" userId="a308d597-6b9c-4389-b0ac-f90427e45500" providerId="ADAL" clId="{856A73D5-42BA-4A31-956E-BC604C1EDD08}" dt="2026-05-06T03:51:56.517" v="526" actId="20577"/>
          <ac:spMkLst>
            <pc:docMk/>
            <pc:sldMk cId="2238578914" sldId="258"/>
            <ac:spMk id="3" creationId="{271C6F82-6142-9F7D-06EB-2AD90250319B}"/>
          </ac:spMkLst>
        </pc:spChg>
      </pc:sldChg>
      <pc:sldChg chg="new del">
        <pc:chgData name="Smith, Rylee A" userId="a308d597-6b9c-4389-b0ac-f90427e45500" providerId="ADAL" clId="{856A73D5-42BA-4A31-956E-BC604C1EDD08}" dt="2026-05-06T03:51:35.370" v="514" actId="680"/>
        <pc:sldMkLst>
          <pc:docMk/>
          <pc:sldMk cId="159357556" sldId="259"/>
        </pc:sldMkLst>
      </pc:sldChg>
      <pc:sldChg chg="addSp delSp modSp new mod">
        <pc:chgData name="Smith, Rylee A" userId="a308d597-6b9c-4389-b0ac-f90427e45500" providerId="ADAL" clId="{856A73D5-42BA-4A31-956E-BC604C1EDD08}" dt="2026-05-06T03:53:57.188" v="553" actId="1076"/>
        <pc:sldMkLst>
          <pc:docMk/>
          <pc:sldMk cId="2379666681" sldId="259"/>
        </pc:sldMkLst>
        <pc:spChg chg="mod">
          <ac:chgData name="Smith, Rylee A" userId="a308d597-6b9c-4389-b0ac-f90427e45500" providerId="ADAL" clId="{856A73D5-42BA-4A31-956E-BC604C1EDD08}" dt="2026-05-06T03:52:23.810" v="547" actId="20577"/>
          <ac:spMkLst>
            <pc:docMk/>
            <pc:sldMk cId="2379666681" sldId="259"/>
            <ac:spMk id="2" creationId="{1B280131-A18B-1134-E0E8-3E1D178593E6}"/>
          </ac:spMkLst>
        </pc:spChg>
        <pc:spChg chg="del">
          <ac:chgData name="Smith, Rylee A" userId="a308d597-6b9c-4389-b0ac-f90427e45500" providerId="ADAL" clId="{856A73D5-42BA-4A31-956E-BC604C1EDD08}" dt="2026-05-06T03:53:40.256" v="548" actId="22"/>
          <ac:spMkLst>
            <pc:docMk/>
            <pc:sldMk cId="2379666681" sldId="259"/>
            <ac:spMk id="3" creationId="{D5A0F3A2-2CE6-A599-6B80-8441DD31A656}"/>
          </ac:spMkLst>
        </pc:spChg>
        <pc:picChg chg="add mod ord">
          <ac:chgData name="Smith, Rylee A" userId="a308d597-6b9c-4389-b0ac-f90427e45500" providerId="ADAL" clId="{856A73D5-42BA-4A31-956E-BC604C1EDD08}" dt="2026-05-06T03:53:57.188" v="553" actId="1076"/>
          <ac:picMkLst>
            <pc:docMk/>
            <pc:sldMk cId="2379666681" sldId="259"/>
            <ac:picMk id="5" creationId="{33FA7EC5-478B-FC50-8398-3DAAF321ED46}"/>
          </ac:picMkLst>
        </pc:picChg>
      </pc:sldChg>
      <pc:sldChg chg="addSp delSp modSp new mod">
        <pc:chgData name="Smith, Rylee A" userId="a308d597-6b9c-4389-b0ac-f90427e45500" providerId="ADAL" clId="{856A73D5-42BA-4A31-956E-BC604C1EDD08}" dt="2026-05-06T03:56:04.997" v="575" actId="14100"/>
        <pc:sldMkLst>
          <pc:docMk/>
          <pc:sldMk cId="3018940022" sldId="260"/>
        </pc:sldMkLst>
        <pc:spChg chg="mod">
          <ac:chgData name="Smith, Rylee A" userId="a308d597-6b9c-4389-b0ac-f90427e45500" providerId="ADAL" clId="{856A73D5-42BA-4A31-956E-BC604C1EDD08}" dt="2026-05-06T03:54:12.286" v="569" actId="20577"/>
          <ac:spMkLst>
            <pc:docMk/>
            <pc:sldMk cId="3018940022" sldId="260"/>
            <ac:spMk id="2" creationId="{AF7C92F3-7EB5-5F6B-B20A-D1E75EA1AF38}"/>
          </ac:spMkLst>
        </pc:spChg>
        <pc:spChg chg="del">
          <ac:chgData name="Smith, Rylee A" userId="a308d597-6b9c-4389-b0ac-f90427e45500" providerId="ADAL" clId="{856A73D5-42BA-4A31-956E-BC604C1EDD08}" dt="2026-05-06T03:55:01.326" v="570" actId="22"/>
          <ac:spMkLst>
            <pc:docMk/>
            <pc:sldMk cId="3018940022" sldId="260"/>
            <ac:spMk id="3" creationId="{4E21EF23-A518-7632-D4B4-E33D8A628DF8}"/>
          </ac:spMkLst>
        </pc:spChg>
        <pc:spChg chg="del">
          <ac:chgData name="Smith, Rylee A" userId="a308d597-6b9c-4389-b0ac-f90427e45500" providerId="ADAL" clId="{856A73D5-42BA-4A31-956E-BC604C1EDD08}" dt="2026-05-06T03:55:56.360" v="573" actId="22"/>
          <ac:spMkLst>
            <pc:docMk/>
            <pc:sldMk cId="3018940022" sldId="260"/>
            <ac:spMk id="4" creationId="{AB430E5B-7704-7C15-D764-ED07D4D05A70}"/>
          </ac:spMkLst>
        </pc:spChg>
        <pc:picChg chg="add mod ord">
          <ac:chgData name="Smith, Rylee A" userId="a308d597-6b9c-4389-b0ac-f90427e45500" providerId="ADAL" clId="{856A73D5-42BA-4A31-956E-BC604C1EDD08}" dt="2026-05-06T03:55:06.978" v="572" actId="1076"/>
          <ac:picMkLst>
            <pc:docMk/>
            <pc:sldMk cId="3018940022" sldId="260"/>
            <ac:picMk id="6" creationId="{53C18326-32A7-7238-560D-CB2F7CC7C8E8}"/>
          </ac:picMkLst>
        </pc:picChg>
        <pc:picChg chg="add mod ord">
          <ac:chgData name="Smith, Rylee A" userId="a308d597-6b9c-4389-b0ac-f90427e45500" providerId="ADAL" clId="{856A73D5-42BA-4A31-956E-BC604C1EDD08}" dt="2026-05-06T03:56:04.997" v="575" actId="14100"/>
          <ac:picMkLst>
            <pc:docMk/>
            <pc:sldMk cId="3018940022" sldId="260"/>
            <ac:picMk id="8" creationId="{A0FF0827-2846-0162-5FAA-76FC526BFCA0}"/>
          </ac:picMkLst>
        </pc:picChg>
      </pc:sldChg>
      <pc:sldChg chg="addSp delSp modSp new mod setBg">
        <pc:chgData name="Smith, Rylee A" userId="a308d597-6b9c-4389-b0ac-f90427e45500" providerId="ADAL" clId="{856A73D5-42BA-4A31-956E-BC604C1EDD08}" dt="2026-05-06T03:57:48.876" v="600" actId="1076"/>
        <pc:sldMkLst>
          <pc:docMk/>
          <pc:sldMk cId="726394359" sldId="261"/>
        </pc:sldMkLst>
        <pc:spChg chg="mod">
          <ac:chgData name="Smith, Rylee A" userId="a308d597-6b9c-4389-b0ac-f90427e45500" providerId="ADAL" clId="{856A73D5-42BA-4A31-956E-BC604C1EDD08}" dt="2026-05-06T03:57:41.490" v="596" actId="26606"/>
          <ac:spMkLst>
            <pc:docMk/>
            <pc:sldMk cId="726394359" sldId="261"/>
            <ac:spMk id="2" creationId="{A09F9C37-22F0-41A4-F4FA-D95868C7AEAE}"/>
          </ac:spMkLst>
        </pc:spChg>
        <pc:spChg chg="del">
          <ac:chgData name="Smith, Rylee A" userId="a308d597-6b9c-4389-b0ac-f90427e45500" providerId="ADAL" clId="{856A73D5-42BA-4A31-956E-BC604C1EDD08}" dt="2026-05-06T03:56:34.545" v="592" actId="22"/>
          <ac:spMkLst>
            <pc:docMk/>
            <pc:sldMk cId="726394359" sldId="261"/>
            <ac:spMk id="3" creationId="{D166A893-1A85-D46A-8447-B5BE87BE7B51}"/>
          </ac:spMkLst>
        </pc:spChg>
        <pc:spChg chg="del">
          <ac:chgData name="Smith, Rylee A" userId="a308d597-6b9c-4389-b0ac-f90427e45500" providerId="ADAL" clId="{856A73D5-42BA-4A31-956E-BC604C1EDD08}" dt="2026-05-06T03:57:36.981" v="594" actId="22"/>
          <ac:spMkLst>
            <pc:docMk/>
            <pc:sldMk cId="726394359" sldId="261"/>
            <ac:spMk id="4" creationId="{0822C5BF-52DD-5D17-2C3B-D98DBBD20372}"/>
          </ac:spMkLst>
        </pc:spChg>
        <pc:spChg chg="add del">
          <ac:chgData name="Smith, Rylee A" userId="a308d597-6b9c-4389-b0ac-f90427e45500" providerId="ADAL" clId="{856A73D5-42BA-4A31-956E-BC604C1EDD08}" dt="2026-05-06T03:57:41.490" v="596" actId="26606"/>
          <ac:spMkLst>
            <pc:docMk/>
            <pc:sldMk cId="726394359" sldId="261"/>
            <ac:spMk id="13" creationId="{96646FC9-C66D-4EC7-8310-0DD4ACC49C6C}"/>
          </ac:spMkLst>
        </pc:spChg>
        <pc:spChg chg="add del">
          <ac:chgData name="Smith, Rylee A" userId="a308d597-6b9c-4389-b0ac-f90427e45500" providerId="ADAL" clId="{856A73D5-42BA-4A31-956E-BC604C1EDD08}" dt="2026-05-06T03:57:41.490" v="596" actId="26606"/>
          <ac:spMkLst>
            <pc:docMk/>
            <pc:sldMk cId="726394359" sldId="261"/>
            <ac:spMk id="15" creationId="{A3473CF9-37EB-43E7-89EF-D2D1C53D1DAC}"/>
          </ac:spMkLst>
        </pc:spChg>
        <pc:spChg chg="add del">
          <ac:chgData name="Smith, Rylee A" userId="a308d597-6b9c-4389-b0ac-f90427e45500" providerId="ADAL" clId="{856A73D5-42BA-4A31-956E-BC604C1EDD08}" dt="2026-05-06T03:57:41.490" v="596" actId="26606"/>
          <ac:spMkLst>
            <pc:docMk/>
            <pc:sldMk cId="726394359" sldId="261"/>
            <ac:spMk id="17" creationId="{586B4EF9-43BA-4655-A6FF-1D8E21574C95}"/>
          </ac:spMkLst>
        </pc:spChg>
        <pc:picChg chg="add mod ord">
          <ac:chgData name="Smith, Rylee A" userId="a308d597-6b9c-4389-b0ac-f90427e45500" providerId="ADAL" clId="{856A73D5-42BA-4A31-956E-BC604C1EDD08}" dt="2026-05-06T03:57:41.490" v="596" actId="26606"/>
          <ac:picMkLst>
            <pc:docMk/>
            <pc:sldMk cId="726394359" sldId="261"/>
            <ac:picMk id="6" creationId="{43C17A45-A826-507B-4AD0-8E6E5C3E1EAA}"/>
          </ac:picMkLst>
        </pc:picChg>
        <pc:picChg chg="add mod ord">
          <ac:chgData name="Smith, Rylee A" userId="a308d597-6b9c-4389-b0ac-f90427e45500" providerId="ADAL" clId="{856A73D5-42BA-4A31-956E-BC604C1EDD08}" dt="2026-05-06T03:57:48.876" v="600" actId="1076"/>
          <ac:picMkLst>
            <pc:docMk/>
            <pc:sldMk cId="726394359" sldId="261"/>
            <ac:picMk id="8" creationId="{250A6A8D-96DA-91D0-4681-22A3DAE73CE1}"/>
          </ac:picMkLst>
        </pc:picChg>
      </pc:sldChg>
      <pc:sldChg chg="modSp new mod">
        <pc:chgData name="Smith, Rylee A" userId="a308d597-6b9c-4389-b0ac-f90427e45500" providerId="ADAL" clId="{856A73D5-42BA-4A31-956E-BC604C1EDD08}" dt="2026-05-06T04:02:16.674" v="1227" actId="33524"/>
        <pc:sldMkLst>
          <pc:docMk/>
          <pc:sldMk cId="1612525044" sldId="262"/>
        </pc:sldMkLst>
        <pc:spChg chg="mod">
          <ac:chgData name="Smith, Rylee A" userId="a308d597-6b9c-4389-b0ac-f90427e45500" providerId="ADAL" clId="{856A73D5-42BA-4A31-956E-BC604C1EDD08}" dt="2026-05-06T03:58:07.504" v="622" actId="20577"/>
          <ac:spMkLst>
            <pc:docMk/>
            <pc:sldMk cId="1612525044" sldId="262"/>
            <ac:spMk id="2" creationId="{38853378-F5CA-6140-3039-1DFEE42E7065}"/>
          </ac:spMkLst>
        </pc:spChg>
        <pc:spChg chg="mod">
          <ac:chgData name="Smith, Rylee A" userId="a308d597-6b9c-4389-b0ac-f90427e45500" providerId="ADAL" clId="{856A73D5-42BA-4A31-956E-BC604C1EDD08}" dt="2026-05-06T04:02:16.674" v="1227" actId="33524"/>
          <ac:spMkLst>
            <pc:docMk/>
            <pc:sldMk cId="1612525044" sldId="262"/>
            <ac:spMk id="3" creationId="{97A92C45-5D53-7F1A-3F88-6B11EC122976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1CC280-A4E4-5A38-62C1-59852AB6B4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FDF4567-B3BF-7960-8DAA-103E6C566A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CA3BAE-5BD6-CAF3-688D-621B69F486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3CC7F-9A0E-41E0-83C0-7DB07F55914C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59757B-4CDB-C2A1-90F8-0F3619D33B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08992B-5D21-FFB6-2578-6492E24A20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B7D283-A7EE-4442-9F0B-1A5A61CBEA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31858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DA2FB4-B70C-02E2-5716-DEDF258222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197E78-C450-400E-3A48-82A76C3068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FC3259-40A5-4F3B-4918-7B4202F31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3CC7F-9A0E-41E0-83C0-7DB07F55914C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5F2360-5EE6-05B8-4375-16D42898B2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F5F28F-CE98-9B1E-851A-FD24480153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B7D283-A7EE-4442-9F0B-1A5A61CBEA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55658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45D62C-C7AF-28A7-0287-152DDD9A5D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BD32FA-A309-6744-2F35-57B94A3FD7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AEE20D-B909-7173-C93C-21505BEB69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3CC7F-9A0E-41E0-83C0-7DB07F55914C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360F10-9DD2-ADD5-8C29-EE91A06FE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4AF088-4A73-62BD-09CD-99D5988CB1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B7D283-A7EE-4442-9F0B-1A5A61CBEA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79415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764917-886F-148A-13B6-840138E547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3E53C8-8FB2-49B7-F2F3-E853DDD8036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0666C3-EFD1-47FF-58B3-161331813B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D23276-AD1C-C232-DEBA-58DAAF7E76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3CC7F-9A0E-41E0-83C0-7DB07F55914C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4AB502-5DDF-5244-FDFD-1217088558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0A207C-3864-3D36-E1F0-FE4414295E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B7D283-A7EE-4442-9F0B-1A5A61CBEA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33320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E7773B-6C50-7831-E7C5-499F2A93CD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825126-CEF7-69E2-CB26-CFA321B35A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DD15A9-CF91-8127-3A63-4C6D5AD88D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F753F26-6EBB-BC5D-753E-DC2D72419AE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48C5270-0BDD-E48A-6DE4-223476B124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535AE6B-83C9-59F9-A2E9-744987907A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3CC7F-9A0E-41E0-83C0-7DB07F55914C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6DF31EF-DEBA-0C45-8BE5-A742339BD6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140F38F-02CF-147B-F98C-77D5202C07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B7D283-A7EE-4442-9F0B-1A5A61CBEA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94475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4B50CE-B2C5-DBA3-B91F-34AFA26D4B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8B0242E-7F23-0008-997E-539000542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3CC7F-9A0E-41E0-83C0-7DB07F55914C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5E6F422-8AC6-09C1-58E5-1294FBF1C8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9DD2186-ADF2-78AA-998A-0015E6CCA1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B7D283-A7EE-4442-9F0B-1A5A61CBEA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86435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5C4AA7B-3713-6DB2-A6E3-50A670B4DC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3CC7F-9A0E-41E0-83C0-7DB07F55914C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20AC453-FE5A-9D5A-A42F-D3CE725B97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97AFBA-E3FD-0527-71B5-BD57E302C3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B7D283-A7EE-4442-9F0B-1A5A61CBEA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6600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39E673-1F05-80D5-02B4-A6FF8106DB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D8E081-C419-218A-AB03-1271BF8DB1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288578E-C0D1-FE4A-4B5D-F0B68C8666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40162F-527A-CF10-72FA-5831483C70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3CC7F-9A0E-41E0-83C0-7DB07F55914C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BC1B00-8FCA-760B-9020-269489B2F4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4DF83C-6C3B-E25A-751B-93EC188CBF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B7D283-A7EE-4442-9F0B-1A5A61CBEA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36908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DFAA3C-7737-3FB8-983E-1193645B0B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91A810E-7DE0-9820-BB59-565FFBEAF17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AB04F85-D6E2-4B61-9226-1B3F87AF75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99D1E5-50EE-E3C0-5571-2C9A178275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3CC7F-9A0E-41E0-83C0-7DB07F55914C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3BEF5B-966C-E3FB-F6D1-41B939AFD6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D2C9A3-7DC1-7253-1245-A289D30E6F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B7D283-A7EE-4442-9F0B-1A5A61CBEA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77663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FE0A8E-D4BA-F495-AEA6-67E99C3FCD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76DF1C4-98B7-3454-7FD3-4919DADC57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5E6DAD-3917-FD7A-5C43-D1008232CB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3CC7F-9A0E-41E0-83C0-7DB07F55914C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383711-04F6-796F-BE66-4E2D22765C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29199F-D819-5AA0-D1BE-A2A3D52BEB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B7D283-A7EE-4442-9F0B-1A5A61CBEA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9394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00AB101-B3A8-2E1E-A69A-405AEE7ADF8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A83215C-772F-5ED4-C423-BD55561E5E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94AAB2-2D0D-5CC4-5832-6614F1B8A4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3CC7F-9A0E-41E0-83C0-7DB07F55914C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AD85AA-7E9D-BDDF-2976-781541FC8B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06A7F4-7692-F1CC-F21A-6E0310F044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B7D283-A7EE-4442-9F0B-1A5A61CBEA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83747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3FC06DD-B166-F09B-F47A-5CA6644934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390572-9F85-98C8-78DF-B8F6F543C8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C4746E-BC91-8721-9195-EEC79A9BA46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883CC7F-9A0E-41E0-83C0-7DB07F55914C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5A6CBB-2E55-B97C-5713-D910507BF96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979C15-8BE8-B59A-7862-AA4304146A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DB7D283-A7EE-4442-9F0B-1A5A61CBEA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13089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8D86B5-0835-2BD9-3AD8-6ACB681C3E4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Socket io project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25AA353-E4FC-12D1-7DF2-512EE5DC771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Rylee, Becca</a:t>
            </a:r>
          </a:p>
        </p:txBody>
      </p:sp>
    </p:spTree>
    <p:extLst>
      <p:ext uri="{BB962C8B-B14F-4D97-AF65-F5344CB8AC3E}">
        <p14:creationId xmlns:p14="http://schemas.microsoft.com/office/powerpoint/2010/main" val="11220402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5364DA-32D6-DDB1-DD5D-860158CB0E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Assignment Goals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2823BF-DE18-75B9-3B19-9BB53DDC62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Create a </a:t>
            </a:r>
            <a:r>
              <a:rPr lang="en-US" b="1" dirty="0"/>
              <a:t>real-time voting system</a:t>
            </a:r>
            <a:r>
              <a:rPr lang="en-US" dirty="0"/>
              <a:t> where users can vote on a question and </a:t>
            </a:r>
            <a:r>
              <a:rPr lang="en-US" b="1" dirty="0"/>
              <a:t>see results update instantly</a:t>
            </a:r>
            <a:r>
              <a:rPr lang="en-US" dirty="0"/>
              <a:t> for everyone.</a:t>
            </a:r>
          </a:p>
          <a:p>
            <a:pPr lvl="0"/>
            <a:r>
              <a:rPr lang="en-US" dirty="0"/>
              <a:t>Use </a:t>
            </a:r>
            <a:r>
              <a:rPr lang="en-US" b="1" dirty="0"/>
              <a:t>Socket.IO</a:t>
            </a:r>
            <a:r>
              <a:rPr lang="en-US" dirty="0"/>
              <a:t> for real-time communication</a:t>
            </a:r>
          </a:p>
          <a:p>
            <a:pPr lvl="0"/>
            <a:r>
              <a:rPr lang="en-US" dirty="0"/>
              <a:t>Send events from client to server</a:t>
            </a:r>
          </a:p>
          <a:p>
            <a:pPr lvl="0"/>
            <a:r>
              <a:rPr lang="en-US" dirty="0"/>
              <a:t>Broadcast data to all connected clients</a:t>
            </a:r>
          </a:p>
          <a:p>
            <a:pPr lvl="0"/>
            <a:r>
              <a:rPr lang="en-US" dirty="0"/>
              <a:t>Update the web page dynamically</a:t>
            </a:r>
          </a:p>
          <a:p>
            <a:pPr lvl="0"/>
            <a:r>
              <a:rPr lang="en-US" dirty="0"/>
              <a:t>Work collaboratively as a team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45012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F4F7F1-7BA3-A1DE-3BE6-9A64EA7C2C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Approach used to complete the assignment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1C6F82-6142-9F7D-06EB-2AD9025031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Come up with a plan together on what we want the finished product to look like.</a:t>
            </a:r>
          </a:p>
          <a:p>
            <a:r>
              <a:rPr lang="en-US" dirty="0"/>
              <a:t>Work together to complete the requirements and divide work evenly to break up the project and help with the workload.</a:t>
            </a:r>
          </a:p>
          <a:p>
            <a:r>
              <a:rPr lang="en-US" dirty="0"/>
              <a:t>Communicate any issues or question between each other and to keep updating each other on progress towards the project goal.</a:t>
            </a:r>
          </a:p>
        </p:txBody>
      </p:sp>
    </p:spTree>
    <p:extLst>
      <p:ext uri="{BB962C8B-B14F-4D97-AF65-F5344CB8AC3E}">
        <p14:creationId xmlns:p14="http://schemas.microsoft.com/office/powerpoint/2010/main" val="22385789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280131-A18B-1134-E0E8-3E1D178593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Code Examples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3FA7EC5-478B-FC50-8398-3DAAF321ED4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31626" y="1258392"/>
            <a:ext cx="10822174" cy="5459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96666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7C92F3-7EB5-5F6B-B20A-D1E75EA1AF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Code Examples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53C18326-32A7-7238-560D-CB2F7CC7C8E8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34971" y="1690688"/>
            <a:ext cx="5884830" cy="3336660"/>
          </a:xfrm>
          <a:prstGeom prst="rect">
            <a:avLst/>
          </a:prstGeom>
        </p:spPr>
      </p:pic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A0FF0827-2846-0162-5FAA-76FC526BFCA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096000" y="1690688"/>
            <a:ext cx="5949534" cy="3336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89400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9F9C37-22F0-41A4-F4FA-D95868C7A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Code Examples</a:t>
            </a:r>
            <a:endParaRPr lang="en-US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43C17A45-A826-507B-4AD0-8E6E5C3E1EAA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69336" y="1690689"/>
            <a:ext cx="5850464" cy="4147088"/>
          </a:xfrm>
          <a:prstGeom prst="rect">
            <a:avLst/>
          </a:prstGeom>
        </p:spPr>
      </p:pic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250A6A8D-96DA-91D0-4681-22A3DAE73CE1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172202" y="1690688"/>
            <a:ext cx="5554577" cy="4617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63943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853378-F5CA-6140-3039-1DFEE42E70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Debugging and Testing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A92C45-5D53-7F1A-3F88-6B11EC1229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For testing this application, the main method was starting the server and testing it in the browser to see if it was functioning correctly.</a:t>
            </a:r>
          </a:p>
          <a:p>
            <a:r>
              <a:rPr lang="en-US" dirty="0"/>
              <a:t>Debugging was checking to make sure a user was limited in how many votes they could cast and allowing users to change their vote. </a:t>
            </a:r>
          </a:p>
          <a:p>
            <a:r>
              <a:rPr lang="en-US" dirty="0"/>
              <a:t>The function that was the focus of debugging was the vote function and required the most attention to make sure it was working correctly. </a:t>
            </a:r>
          </a:p>
        </p:txBody>
      </p:sp>
    </p:spTree>
    <p:extLst>
      <p:ext uri="{BB962C8B-B14F-4D97-AF65-F5344CB8AC3E}">
        <p14:creationId xmlns:p14="http://schemas.microsoft.com/office/powerpoint/2010/main" val="16125250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207</Words>
  <Application>Microsoft Office PowerPoint</Application>
  <PresentationFormat>Widescreen</PresentationFormat>
  <Paragraphs>20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Socket io project</vt:lpstr>
      <vt:lpstr>Assignment Goals</vt:lpstr>
      <vt:lpstr>Approach used to complete the assignment</vt:lpstr>
      <vt:lpstr>Code Examples</vt:lpstr>
      <vt:lpstr>Code Examples</vt:lpstr>
      <vt:lpstr>Code Examples</vt:lpstr>
      <vt:lpstr>Debugging and Testing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Smith, Rylee A</dc:creator>
  <cp:lastModifiedBy>Smith, Rylee A</cp:lastModifiedBy>
  <cp:revision>1</cp:revision>
  <dcterms:created xsi:type="dcterms:W3CDTF">2026-05-06T03:46:28Z</dcterms:created>
  <dcterms:modified xsi:type="dcterms:W3CDTF">2026-05-06T04:02:17Z</dcterms:modified>
</cp:coreProperties>
</file>